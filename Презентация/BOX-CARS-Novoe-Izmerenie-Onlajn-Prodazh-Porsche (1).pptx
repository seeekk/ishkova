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3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BOX-CARS: Новое Измерение Онлайн-Продаж Porsche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Добро пожаловать в BOX-CARS, инновационную платформу для продажи автомобилей Porsche. Мы объединяем передовые технологии с безупречным дизайном, чтобы предложить нашим клиентам уникальный опыт покупки.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310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Основные Технологии Платформы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0082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2843332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2878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Фронтенд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3369112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CSS, JavaScript для динамичного интерфейса.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713803" y="280082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874" y="2843332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50919" y="2878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Бэкенд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50919" y="3369112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Мощный PHP для логики и обработки запросов.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49114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4953953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4989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База Данных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547973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SQL Server для надежного хранения данных.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93790" y="609778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Наша платформа построена на проверенном стеке технологий для максимальной производительности и безопасности. Каждый компонент тщательно подобран.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7972"/>
            <a:ext cx="70407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Процесс Дизайна с Figma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43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Прототипирование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24870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интерактивных макетов для удобства пользователей. Мы детально прорабатываем каждую страницу.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143726"/>
            <a:ext cx="34125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Пользовательский Опыт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3724870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UX/UI для интуитивной навигации. Каждый элемент продуман.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143726"/>
            <a:ext cx="32393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Визуальная Концепция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3724870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эстетически привлекательного дизайна, отражающего бренд Porsche. Стиль и функциональность.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63570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Используя Figma, мы обеспечиваем бесшовный переход от идеи к финальному дизайну. Дизайн - это ключевой элемент нашего успеха.</a:t>
            </a:r>
            <a:endParaRPr lang="en-US" sz="175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2781935" y="7590503"/>
            <a:ext cx="1750142" cy="5014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77014"/>
            <a:ext cx="73773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Мощность Бэкенда на PHP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925955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1527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Обработка Заказов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64318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Безопасная и быстрая обработка транзакций.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286839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513653"/>
            <a:ext cx="3391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Управление Профилями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004072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Персонализированные кабинеты для клиентов.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647724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4874538"/>
            <a:ext cx="34286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Управление Автопарком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536495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Актуальная информация о наличии автомобилей.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93790" y="626375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PHP является сердцем нашей платформы, обеспечивая стабильную работу всех процессов. Это гарантирует надежность системы.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682" y="546973"/>
            <a:ext cx="7752636" cy="124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Надежность Microsoft SQL Server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95682" y="2186702"/>
            <a:ext cx="3727252" cy="655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1M+</a:t>
            </a:r>
            <a:endParaRPr lang="en-US" sz="5150" dirty="0"/>
          </a:p>
        </p:txBody>
      </p:sp>
      <p:sp>
        <p:nvSpPr>
          <p:cNvPr id="5" name="Text 2"/>
          <p:cNvSpPr/>
          <p:nvPr/>
        </p:nvSpPr>
        <p:spPr>
          <a:xfrm>
            <a:off x="1316950" y="3090982"/>
            <a:ext cx="248471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Записей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95682" y="3520678"/>
            <a:ext cx="3727252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Поддержка миллионов записей о клиентах и авто.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721066" y="2186702"/>
            <a:ext cx="3727252" cy="655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99.9%</a:t>
            </a:r>
            <a:endParaRPr lang="en-US" sz="5150" dirty="0"/>
          </a:p>
        </p:txBody>
      </p:sp>
      <p:sp>
        <p:nvSpPr>
          <p:cNvPr id="8" name="Text 5"/>
          <p:cNvSpPr/>
          <p:nvPr/>
        </p:nvSpPr>
        <p:spPr>
          <a:xfrm>
            <a:off x="5342334" y="3090982"/>
            <a:ext cx="248471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Доступность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721066" y="3520678"/>
            <a:ext cx="3727252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Высокая доступность данных 24/7.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708315" y="4852511"/>
            <a:ext cx="3727252" cy="655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500ms</a:t>
            </a:r>
            <a:endParaRPr lang="en-US" sz="5150" dirty="0"/>
          </a:p>
        </p:txBody>
      </p:sp>
      <p:sp>
        <p:nvSpPr>
          <p:cNvPr id="11" name="Text 8"/>
          <p:cNvSpPr/>
          <p:nvPr/>
        </p:nvSpPr>
        <p:spPr>
          <a:xfrm>
            <a:off x="3329583" y="5756791"/>
            <a:ext cx="248471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Время Отклика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2708315" y="6186488"/>
            <a:ext cx="3727252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доступ к любой информации.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95682" y="7046357"/>
            <a:ext cx="7752636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SQL Server обеспечивает высокую производительность и безопасность данных. Ваши данные всегда в безопасности и доступны.</a:t>
            </a:r>
            <a:endParaRPr lang="en-US" sz="15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841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Интерактивный Фронтенд: HTML, CSS, JS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2577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2520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Чистый HTML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3011210"/>
            <a:ext cx="6762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Семантическая структура страниц для SEO и доступности.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6738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87579" y="3962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Стильный CSS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587579" y="4452818"/>
            <a:ext cx="6762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Адаптивный дизайн для любых устройств и экранов.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308997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87579" y="54040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Динамичный JS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587579" y="5894427"/>
            <a:ext cx="6762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Интерактивные элементы, конфигураторы и галереи.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93790" y="651248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Благодаря комбинации HTML, CSS и JavaScript, мы создаем интуитивно понятный и привлекательный интерфейс. Пользователи получают лучший опыт.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545" y="584240"/>
            <a:ext cx="7142083" cy="663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Воронка Продаж BOX-CARS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116" y="1672947"/>
            <a:ext cx="1626394" cy="12239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9890" y="2249924"/>
            <a:ext cx="298728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054918" y="1885355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Покупка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5054918" y="2344698"/>
            <a:ext cx="5005507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Заключение сделки и оформление документов.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895612" y="2913936"/>
            <a:ext cx="8938141" cy="11430"/>
          </a:xfrm>
          <a:prstGeom prst="roundRect">
            <a:avLst>
              <a:gd name="adj" fmla="val 780718"/>
            </a:avLst>
          </a:prstGeom>
          <a:solidFill>
            <a:srgbClr val="F8ECD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800" y="2950012"/>
            <a:ext cx="3252907" cy="12239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79890" y="3375303"/>
            <a:ext cx="298728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5868114" y="3162419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Консультация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5868114" y="3621762"/>
            <a:ext cx="443745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Экспертная помощь и ответы на вопросы.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708809" y="4191000"/>
            <a:ext cx="8124944" cy="11430"/>
          </a:xfrm>
          <a:prstGeom prst="roundRect">
            <a:avLst>
              <a:gd name="adj" fmla="val 780718"/>
            </a:avLst>
          </a:prstGeom>
          <a:solidFill>
            <a:srgbClr val="F8ECD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603" y="4227076"/>
            <a:ext cx="4879419" cy="12239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79890" y="4652367"/>
            <a:ext cx="298728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5" name="Text 10"/>
          <p:cNvSpPr/>
          <p:nvPr/>
        </p:nvSpPr>
        <p:spPr>
          <a:xfrm>
            <a:off x="6681430" y="4439483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Выбор Авто</a:t>
            </a:r>
            <a:endParaRPr lang="en-US" sz="2050" dirty="0"/>
          </a:p>
        </p:txBody>
      </p:sp>
      <p:sp>
        <p:nvSpPr>
          <p:cNvPr id="16" name="Text 11"/>
          <p:cNvSpPr/>
          <p:nvPr/>
        </p:nvSpPr>
        <p:spPr>
          <a:xfrm>
            <a:off x="6681430" y="4898827"/>
            <a:ext cx="4414004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Детальный каталог и сравнение моделей.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522125" y="5468064"/>
            <a:ext cx="7311628" cy="11430"/>
          </a:xfrm>
          <a:prstGeom prst="roundRect">
            <a:avLst>
              <a:gd name="adj" fmla="val 780718"/>
            </a:avLst>
          </a:prstGeom>
          <a:solidFill>
            <a:srgbClr val="F8ECD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287" y="5504140"/>
            <a:ext cx="6505932" cy="12239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79890" y="5929432"/>
            <a:ext cx="298728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4</a:t>
            </a:r>
            <a:endParaRPr lang="en-US" sz="2350" dirty="0"/>
          </a:p>
        </p:txBody>
      </p:sp>
      <p:sp>
        <p:nvSpPr>
          <p:cNvPr id="20" name="Text 14"/>
          <p:cNvSpPr/>
          <p:nvPr/>
        </p:nvSpPr>
        <p:spPr>
          <a:xfrm>
            <a:off x="7494627" y="5716548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Привлечение</a:t>
            </a:r>
            <a:endParaRPr lang="en-US" sz="2050" dirty="0"/>
          </a:p>
        </p:txBody>
      </p:sp>
      <p:sp>
        <p:nvSpPr>
          <p:cNvPr id="21" name="Text 15"/>
          <p:cNvSpPr/>
          <p:nvPr/>
        </p:nvSpPr>
        <p:spPr>
          <a:xfrm>
            <a:off x="7494627" y="6175891"/>
            <a:ext cx="3446264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Маркетинговые кампании и SEO.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743545" y="6967061"/>
            <a:ext cx="13143309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Наша воронка продаж оптимизирована для максимальной конверсии. От первого контакта до покупки, каждый шаг продуман.</a:t>
            </a:r>
            <a:endParaRPr lang="en-US" sz="165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12811432" y="7577083"/>
            <a:ext cx="1750142" cy="5209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67100"/>
            <a:ext cx="84822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Будущее Развитие Платформы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196483"/>
            <a:ext cx="4120753" cy="226814"/>
          </a:xfrm>
          <a:prstGeom prst="roundRect">
            <a:avLst>
              <a:gd name="adj" fmla="val 42003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3790" y="5763458"/>
            <a:ext cx="28613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ИИ-Персонализация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253877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Рекомендации автомобилей на основе предпочтений.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54704" y="4856202"/>
            <a:ext cx="4120872" cy="226814"/>
          </a:xfrm>
          <a:prstGeom prst="roundRect">
            <a:avLst>
              <a:gd name="adj" fmla="val 42003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4704" y="5423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Виртуальные Туры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54704" y="5913596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3D-обзоры интерьера и экстерьера Porsche.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715738" y="4516041"/>
            <a:ext cx="4120872" cy="226814"/>
          </a:xfrm>
          <a:prstGeom prst="roundRect">
            <a:avLst>
              <a:gd name="adj" fmla="val 42003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15738" y="5083016"/>
            <a:ext cx="30650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Интеграция Блокчейн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15738" y="5573435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Прозрачность сделок и история авто.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72348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постоянно исследуем новые технологии для улучшения BOX-CARS. Инновации - наш путь к совершенству.</a:t>
            </a:r>
            <a:endParaRPr lang="en-US" sz="175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2811432" y="7577083"/>
            <a:ext cx="1750142" cy="5209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836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236" y="3234333"/>
            <a:ext cx="10084951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Ключевые Выводы и Следующие Шаги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2236" y="4215289"/>
            <a:ext cx="13145929" cy="2519958"/>
          </a:xfrm>
          <a:prstGeom prst="roundRect">
            <a:avLst>
              <a:gd name="adj" fmla="val 353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9856" y="4222909"/>
            <a:ext cx="13130689" cy="9479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61906" y="4357688"/>
            <a:ext cx="6137434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Преимущества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31060" y="4357688"/>
            <a:ext cx="6137434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Инновационная платформа, сильная команда, масштабируемость.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9856" y="5170884"/>
            <a:ext cx="13130689" cy="9479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61906" y="5305663"/>
            <a:ext cx="6137434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31060" y="5305663"/>
            <a:ext cx="6137434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Увеличение продаж Porsche, удовлетворенность клиентов.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49856" y="6118860"/>
            <a:ext cx="13130689" cy="6087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61906" y="6253639"/>
            <a:ext cx="6137434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Далее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531060" y="6253639"/>
            <a:ext cx="6137434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Привлечение инвестиций, расширение функционала.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42236" y="6973848"/>
            <a:ext cx="1314592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BOX-CARS — это не просто сайт, это полноценная экосистема для продажи Porsche. Мы готовы к дальнейшему росту и развитию.</a:t>
            </a:r>
            <a:endParaRPr lang="en-US" sz="165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2811432" y="7577083"/>
            <a:ext cx="1750142" cy="5209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458</Words>
  <Application>Microsoft Office PowerPoint</Application>
  <PresentationFormat>Произвольный</PresentationFormat>
  <Paragraphs>84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Calibri</vt:lpstr>
      <vt:lpstr>Bricolage Grotesque Semi Bold</vt:lpstr>
      <vt:lpstr>Arial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Stud302</cp:lastModifiedBy>
  <cp:revision>2</cp:revision>
  <dcterms:created xsi:type="dcterms:W3CDTF">2025-06-06T09:43:14Z</dcterms:created>
  <dcterms:modified xsi:type="dcterms:W3CDTF">2025-06-06T09:39:12Z</dcterms:modified>
</cp:coreProperties>
</file>